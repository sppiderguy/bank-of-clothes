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755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548640"/>
            <a:ext cx="2926080" cy="292608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017520"/>
            <a:ext cx="1828800" cy="1828800"/>
          </a:xfrm>
          <a:prstGeom prst="ellipse">
            <a:avLst/>
          </a:prstGeom>
          <a:solidFill>
            <a:srgbClr val="02C39A">
              <a:alpha val="13000"/>
            </a:srgbClr>
          </a:solidFill>
          <a:ln w="12700">
            <a:solidFill>
              <a:srgbClr val="02C39A">
                <a:alpha val="13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640080"/>
            <a:ext cx="155448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91440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Clothes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20040" y="18288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651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GEIT 3351 — Principles of Software Engineering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3035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Mohammad Bin Fahd University  |  Spring 2025–2026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625CC3-54DA-82E5-2781-871CF2B7F51C}"/>
              </a:ext>
            </a:extLst>
          </p:cNvPr>
          <p:cNvSpPr txBox="1"/>
          <p:nvPr/>
        </p:nvSpPr>
        <p:spPr>
          <a:xfrm>
            <a:off x="-756181" y="3343731"/>
            <a:ext cx="797994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Kosay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Alsadoun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202301445</a:t>
            </a:r>
            <a:r>
              <a:rPr lang="en-SA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Moaaz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Alsaleh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202301232</a:t>
            </a:r>
            <a:r>
              <a:rPr lang="en-SA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Abdullaziz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Alosaimi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202300683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SA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Ahmed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Alabbad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202301587</a:t>
            </a:r>
            <a:r>
              <a:rPr lang="en-SA" sz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Fawaz Alessa 202300459</a:t>
            </a:r>
            <a:endParaRPr lang="en-SA" sz="1200" dirty="0">
              <a:solidFill>
                <a:schemeClr val="bg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SA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11556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0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scope &amp; objectives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11556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868680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9601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3212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features, stakeholders, NFRs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60520" cy="111556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194560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86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DB, class diagram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60520" cy="111556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194560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28600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3212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page details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4160520" cy="111556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20440"/>
            <a:ext cx="64008" cy="11155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11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5156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069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 cases across all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Bank of Clothes Management System?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486400" cy="3566160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web platform for PMU's Bank of Clothes initiative 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donors with students in need through a streamlined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experience.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6032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clothing donations &amp; distributions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9809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inventory transparently on campus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3814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4015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donors and recipients digitally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85876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8221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admins with oversight &amp; reporting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868680"/>
            <a:ext cx="141732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06984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989320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62088" y="868680"/>
            <a:ext cx="14173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62088" y="106984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562088" y="18288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560320"/>
            <a:ext cx="141732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76148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5989320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62088" y="2560320"/>
            <a:ext cx="14173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276148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562088" y="3520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Functional Requirements + 4 Non-Functional Requirements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7840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9966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FR-1: User Registration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1773936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773936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29384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32688" y="1947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FR-2: Login &amp; Authentication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" y="2724912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74320" y="2724912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880360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2688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FR-3: Donate Clothing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274320" y="3675888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74320" y="3675888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831336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2688" y="38496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FR-4: Browse Items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709160" y="822960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09160" y="82296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978408"/>
            <a:ext cx="402336" cy="40233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67528" y="9966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FR-5: Request Item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709160" y="1773936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709160" y="1773936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1929384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67528" y="1947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FR-6: Admin Inventory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709160" y="2724912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709160" y="2724912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752" y="2880360"/>
            <a:ext cx="402336" cy="40233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67528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FR-7: Notifications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4709160" y="3675888"/>
            <a:ext cx="4114800" cy="74980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4709160" y="3675888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3752" y="3831336"/>
            <a:ext cx="402336" cy="40233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367528" y="38496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FR-8: Reports &amp; Analytics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Non-Functional: Performance  ·  Security  ·  Usability  ·  Availability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Class Diagram · Database Schema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280160" cy="7132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54480" y="1481328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91640" y="1170432"/>
            <a:ext cx="1280160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188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91640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71800" y="1481328"/>
            <a:ext cx="1371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170432"/>
            <a:ext cx="1280160" cy="7132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1887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15361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19933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Classes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2340864"/>
            <a:ext cx="1280160" cy="475488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340864"/>
            <a:ext cx="128016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91640" y="2340864"/>
            <a:ext cx="1280160" cy="475488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91640" y="2340864"/>
            <a:ext cx="128016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2340864"/>
            <a:ext cx="1280160" cy="475488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0" y="2340864"/>
            <a:ext cx="128016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ClothingItem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35224"/>
            <a:ext cx="1280160" cy="475488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35224"/>
            <a:ext cx="128016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099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91640" y="2935224"/>
            <a:ext cx="1280160" cy="475488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2935224"/>
            <a:ext cx="128016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1640" y="3099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08960" y="2935224"/>
            <a:ext cx="1280160" cy="475488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2935224"/>
            <a:ext cx="1280160" cy="12801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3099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822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(6 Tables)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170432"/>
            <a:ext cx="4206240" cy="53035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1170432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1216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14447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user_id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role, student_id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1783080"/>
            <a:ext cx="4206240" cy="53035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1783080"/>
            <a:ext cx="64008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8288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0600" y="2057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donation_id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92240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donor_id, type, size, status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395728"/>
            <a:ext cx="4206240" cy="53035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2395728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2441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clothing_items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00600" y="26700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item_id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donation_id, is_available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008376"/>
            <a:ext cx="4206240" cy="53035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008376"/>
            <a:ext cx="64008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0600" y="305409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800600" y="3282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request_id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92240" y="31181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recipient_id, item_id, status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663440" y="3621024"/>
            <a:ext cx="4206240" cy="53035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63440" y="3621024"/>
            <a:ext cx="64008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0600" y="36667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800600" y="3895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notification_id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492240" y="3730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message, is_read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4233672"/>
            <a:ext cx="4206240" cy="53035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4233672"/>
            <a:ext cx="64008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00600" y="42793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00600" y="45079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report_id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92240" y="4343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admin_id, type, filters_json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Page — Initial Implementation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28016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25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Structure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1170432"/>
            <a:ext cx="128016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225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Logic &amp; Validation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08960" y="1170432"/>
            <a:ext cx="128016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225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4813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Communication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828800"/>
            <a:ext cx="128016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139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Security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1828800"/>
            <a:ext cx="128016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883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2139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DC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Authentication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63440" y="82296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&amp; Validation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170432"/>
            <a:ext cx="4206240" cy="34747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36592" y="1280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2435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— Required, 2–100 characters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591056"/>
            <a:ext cx="4206240" cy="34747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6592" y="170078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— Alphanumeric, PMU format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011680"/>
            <a:ext cx="4206240" cy="34747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36592" y="212140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084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Valid format, must be unique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432304"/>
            <a:ext cx="4206240" cy="34747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36592" y="254203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505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— Min 8 chars, letter + number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852928"/>
            <a:ext cx="4206240" cy="34747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6592" y="296265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9260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Password — Must match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273552"/>
            <a:ext cx="4206240" cy="347472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36592" y="33832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3467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Donor or Recipient (card select)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Steps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0599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" y="40873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3-step form layout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23160" y="40599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2316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24912" y="40873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inputs + validation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0" y="40599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73752" y="40873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meter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20840" y="4059936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22592" y="408736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cards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62686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626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76072" y="46542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/api/auth/register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423160" y="462686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23160" y="4626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2724912" y="46542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response &amp; redirect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0" y="462686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0" y="4626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73752" y="465429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layout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 cases per feature × 8 features = 16 total test cases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test cases per feature × 8 features = 16 total test cases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19659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34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965960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9456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423160" y="118872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23160" y="1188720"/>
            <a:ext cx="19659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96312" y="1234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23160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Auth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19659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62072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21945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62072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572000" y="118872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572000" y="1188720"/>
            <a:ext cx="19659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645152" y="1234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FR-3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0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Clothing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9659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10912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9456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10912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720840" y="118872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6720840" y="1188720"/>
            <a:ext cx="196596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793992" y="12344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6720840" y="15544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Items</a:t>
            </a:r>
            <a:endParaRPr lang="en-US" sz="11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965960"/>
            <a:ext cx="22860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59752" y="1984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2194560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159752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274320" y="265176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274320" y="2651760"/>
            <a:ext cx="19659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347472" y="2697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FR-5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274320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Item</a:t>
            </a:r>
            <a:endParaRPr lang="en-US" sz="11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429000"/>
            <a:ext cx="228600" cy="22860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13232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657600"/>
            <a:ext cx="228600" cy="2286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713232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2423160" y="265176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2423160" y="2651760"/>
            <a:ext cx="19659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36"/>
          <p:cNvSpPr/>
          <p:nvPr/>
        </p:nvSpPr>
        <p:spPr>
          <a:xfrm>
            <a:off x="2496312" y="2697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FR-6</a:t>
            </a:r>
            <a:endParaRPr lang="en-US" sz="1100" dirty="0"/>
          </a:p>
        </p:txBody>
      </p:sp>
      <p:sp>
        <p:nvSpPr>
          <p:cNvPr id="49" name="Text 37"/>
          <p:cNvSpPr/>
          <p:nvPr/>
        </p:nvSpPr>
        <p:spPr>
          <a:xfrm>
            <a:off x="2423160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Inventory</a:t>
            </a:r>
            <a:endParaRPr lang="en-US" sz="11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3429000"/>
            <a:ext cx="228600" cy="22860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2862072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3657600"/>
            <a:ext cx="228600" cy="228600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2862072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54" name="Shape 40"/>
          <p:cNvSpPr/>
          <p:nvPr/>
        </p:nvSpPr>
        <p:spPr>
          <a:xfrm>
            <a:off x="4572000" y="265176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4572000" y="2651760"/>
            <a:ext cx="19659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42"/>
          <p:cNvSpPr/>
          <p:nvPr/>
        </p:nvSpPr>
        <p:spPr>
          <a:xfrm>
            <a:off x="4645152" y="2697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FR-7</a:t>
            </a:r>
            <a:endParaRPr lang="en-US" sz="1100" dirty="0"/>
          </a:p>
        </p:txBody>
      </p:sp>
      <p:sp>
        <p:nvSpPr>
          <p:cNvPr id="57" name="Text 43"/>
          <p:cNvSpPr/>
          <p:nvPr/>
        </p:nvSpPr>
        <p:spPr>
          <a:xfrm>
            <a:off x="4572000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429000"/>
            <a:ext cx="228600" cy="228600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5010912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657600"/>
            <a:ext cx="228600" cy="22860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5010912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  <p:sp>
        <p:nvSpPr>
          <p:cNvPr id="62" name="Shape 46"/>
          <p:cNvSpPr/>
          <p:nvPr/>
        </p:nvSpPr>
        <p:spPr>
          <a:xfrm>
            <a:off x="6720840" y="2651760"/>
            <a:ext cx="1965960" cy="1298448"/>
          </a:xfrm>
          <a:prstGeom prst="rect">
            <a:avLst/>
          </a:prstGeom>
          <a:solidFill>
            <a:srgbClr val="E8F6F8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63" name="Shape 47"/>
          <p:cNvSpPr/>
          <p:nvPr/>
        </p:nvSpPr>
        <p:spPr>
          <a:xfrm>
            <a:off x="6720840" y="2651760"/>
            <a:ext cx="1965960" cy="3108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4" name="Text 48"/>
          <p:cNvSpPr/>
          <p:nvPr/>
        </p:nvSpPr>
        <p:spPr>
          <a:xfrm>
            <a:off x="6793992" y="26974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FR-8</a:t>
            </a:r>
            <a:endParaRPr lang="en-US" sz="1100" dirty="0"/>
          </a:p>
        </p:txBody>
      </p:sp>
      <p:sp>
        <p:nvSpPr>
          <p:cNvPr id="65" name="Text 49"/>
          <p:cNvSpPr/>
          <p:nvPr/>
        </p:nvSpPr>
        <p:spPr>
          <a:xfrm>
            <a:off x="6720840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</p:txBody>
      </p:sp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3429000"/>
            <a:ext cx="228600" cy="228600"/>
          </a:xfrm>
          <a:prstGeom prst="rect">
            <a:avLst/>
          </a:prstGeom>
        </p:spPr>
      </p:pic>
      <p:sp>
        <p:nvSpPr>
          <p:cNvPr id="67" name="Text 50"/>
          <p:cNvSpPr/>
          <p:nvPr/>
        </p:nvSpPr>
        <p:spPr>
          <a:xfrm>
            <a:off x="7159752" y="3447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test case</a:t>
            </a:r>
            <a:endParaRPr lang="en-US" sz="950" dirty="0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3657600"/>
            <a:ext cx="228600" cy="228600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7159752" y="36758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 case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22860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28016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97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365760" y="21945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33756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https://github.com/[your-team]/bank-of-clothes-pmu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A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GEIT 3351  ·  Prince Mohammad Bin Fahd University  ·  Spring 2025–2026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581</Words>
  <Application>Microsoft Macintosh PowerPoint</Application>
  <PresentationFormat>On-screen Show (16:9)</PresentationFormat>
  <Paragraphs>170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Clothes — PMU</dc:title>
  <dc:subject>PptxGenJS Presentation</dc:subject>
  <dc:creator>PptxGenJS</dc:creator>
  <cp:lastModifiedBy>Kosay Ahmad Alsadoun</cp:lastModifiedBy>
  <cp:revision>2</cp:revision>
  <dcterms:created xsi:type="dcterms:W3CDTF">2026-05-11T11:31:55Z</dcterms:created>
  <dcterms:modified xsi:type="dcterms:W3CDTF">2026-05-11T19:48:48Z</dcterms:modified>
</cp:coreProperties>
</file>